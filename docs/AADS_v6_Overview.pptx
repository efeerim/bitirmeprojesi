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2286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AADS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5D6A7"/>
                </a:solidFill>
              </a:rPr>
              <a:t>Adaptive Agricultural Disease Sensing
Plant-Disease Training &amp; Inference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9A825"/>
                </a:solidFill>
              </a:rPr>
              <a:t>Continual SD-LoRA  ·  Router-Driven Inference  ·  OOD Readiness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Is AADS v6?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212121"/>
                </a:solidFill>
              </a:rPr>
              <a:t>• A focused plant-disease training and inference repository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212121"/>
                </a:solidFill>
              </a:rPr>
              <a:t>• Trains one crop-specific disease adapter at a time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212121"/>
                </a:solidFill>
              </a:rPr>
              <a:t>• Checks whether the adapter is accurate &amp; safe enough to deploy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212121"/>
                </a:solidFill>
              </a:rPr>
              <a:t>• Uses a router + saved adapter to predict disease from a new image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212121"/>
                </a:solidFill>
              </a:rPr>
              <a:t>• Intentionally narrow: not a general ML framework or research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2E7D32"/>
                </a:solidFill>
              </a:rPr>
              <a:t>Three core jobs: Train → Evaluate → Predict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Terminology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257800" cy="58521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25296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CROP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225296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The plant type (e.g., tomato, potato, wheat)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188720"/>
            <a:ext cx="5257800" cy="58521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225296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225296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One disease label for a crop (e.g., healthy, late_blight)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47088"/>
            <a:ext cx="5257800" cy="58521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83664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883664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Saved crop-specific bundle: LoRA weights + classifier + OOD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847088"/>
            <a:ext cx="5257800" cy="58521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883664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883664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Front-end that identifies crop &amp; plant-part before the adapter runs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05456"/>
            <a:ext cx="5257800" cy="58521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42032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542032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Out-of-Distribution — input doesn't match any trained disease 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505456"/>
            <a:ext cx="5257800" cy="58521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542032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542032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Final go/no-go deployment verdict written to production_readiness.json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63824"/>
            <a:ext cx="5257800" cy="58521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0040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ARTIFACT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200400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Any generated file: JSON report, plot, CSV, exported adapter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163824"/>
            <a:ext cx="5257800" cy="58521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20040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RUNTIME
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200400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The continual/val/test/ood split layout used by training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 — 4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Load config/base.json → merge environment overrides → normalize training surface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3000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 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358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Build crop adapter → train LoRA on DINOv3 → calibrate OOD → write artifacts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11430000" cy="1188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679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 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16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Router identifies crop → load adapter → predict disease → return typed payload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20640"/>
            <a:ext cx="11430000" cy="11887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937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  Notebook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Thin Colab wrappers for training, inference, telemetry, and adapter smoke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Training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B5E20"/>
                </a:solidFill>
              </a:rPr>
              <a:t>Entrypoint: src/workflows/training.py → TrainingWorkflow.run(...)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623560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642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Load config/base.json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756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Merge colab.json if env=colab; normalize training 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6235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50292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6642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Build data loaders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756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Runtime split layout: continual / val / test / 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34640"/>
            <a:ext cx="5623560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880360"/>
            <a:ext cx="50292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8986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880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Construct 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101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Frozen DINOv3 backbone + LoRA on transformer linear layers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34640"/>
            <a:ext cx="56235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880360"/>
            <a:ext cx="50292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8986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80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101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Multi-scale feature fusion → classifier head → optimization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69080"/>
            <a:ext cx="5623560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114800"/>
            <a:ext cx="50292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1330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14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Restore best weights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5445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Checkpoint callback keeps best in-memory weights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069080"/>
            <a:ext cx="56235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114800"/>
            <a:ext cx="50292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41330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Calibrate 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5445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SURE+/DS-F1 double scoring + conformal prediction; save with adapter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03520"/>
            <a:ext cx="5623560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349240"/>
            <a:ext cx="50292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53675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349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Write artifacts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77900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Confusion matrix, classification reports, readiness verdict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303520"/>
            <a:ext cx="56235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5349240"/>
            <a:ext cx="50292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53675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349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Export adapter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77900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models/adapters/&lt;crop&gt;/continual_sd_lora_adapter/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Inference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B5E20"/>
                </a:solidFill>
              </a:rPr>
              <a:t>Entrypoint: src/workflows/inference.py → InferenceWorkflow.predict(...)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874519"/>
            <a:ext cx="1645920" cy="105156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5" y="196596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</a:rPr>
              <a:t>Input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8859" y="219456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0884" y="1874519"/>
            <a:ext cx="164592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6603" y="196596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Router
(VLM Pipeline)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5948" y="219456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7972" y="1874519"/>
            <a:ext cx="164592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3692" y="196596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Crop + Part
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3036" y="219456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1874519"/>
            <a:ext cx="164592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780" y="196596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Load Crop
Adapter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0124" y="219456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2148" y="1874519"/>
            <a:ext cx="1645920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7868" y="196596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Disease
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7212" y="219456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89236" y="1874519"/>
            <a:ext cx="1645920" cy="10515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4956" y="196596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Typed Payload
+ OOD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15468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</a:rPr>
              <a:t>• Router unavailable  →  status: router_unavailable  (no fabricated OOD)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</a:rPr>
              <a:t>• Unknown crop  →  status: unknown_crop  (no fabricated OOD)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</a:rPr>
              <a:t>• crop_hint supplied  →  router skipped; payload includes router block with status: skipped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</a:rPr>
              <a:t>• Ambiguous organ evidence  →  part=unknown returned instead of forcing a label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212121"/>
                </a:solidFill>
              </a:rPr>
              <a:t>• SAM3 ROI evidence fused with whole-image crop evidence; one bad patch cannot dominate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OOD Detection &amp; Deployment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5303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What Is OOD?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Input doesn't match any trained disease class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SURE+/DS-F1-inspired double scoring (semantic + confidence threshold)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Conformal prediction (threshold conformalization or APS/RAPS)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Radial normalization on feature embeddings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BER loss wrapper keeps class balance during training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kNN distance scoring with optional FAISS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Energy detector with optional temperature calibration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OOD state saved inside the adapter bundle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5669280" cy="5303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Readiness Verdict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Train adapter &amp; calibrate OOD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validation/metric_gate.json  (diagnostic only)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test/metric_gate.json  (diagnostic only)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ood_benchmark/ — fallback when no real ood/ split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production_readiness.json  ← FINAL VERDICT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Readiness = accuracy gate + OOD gate together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• Do NOT use metric_gate.json alone for deploy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5303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Contract 1: Flat Class-Root
(Notebook Input)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&lt;root&gt;/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&lt;class&gt;/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  img001.jpg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  img002.jpg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early_blight/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  img003.jpg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Used by: Notebook 0 (audit) &amp; Notebook 2 (class_root mode)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Validate: scripts/evaluate_dataset_layout.py --root &lt;path&gt;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486400" cy="5303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Contract 2: Runtime Split Layout
(Workflow / CLI Training)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&lt;data_dir&gt;/&lt;crop&gt;/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continual/&lt;class&gt;/*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val/&lt;class&gt;/*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test/&lt;class&gt;/*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ood/*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Split policy: ~80 / 10 / 10 with small-class safeguards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Notebook 2 creates this under: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data/runtime_notebook_datasets/&lt;crop&gt;/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Notebook 0 can also materialize under: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data/prepared_runtime_datasets/&lt;crop&gt;/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Notebook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2618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A825"/>
                </a:solidFill>
              </a:rPr>
              <a:t>Notebook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2070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Grouped Dataset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Audits flat dataset for duplicates, near-duplicates &amp; split-leakage risks.
Uses DINOv3 &amp; BioCLIP-2.5 embeddings. Can materialize runtime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12618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A825"/>
                </a:solidFill>
              </a:rPr>
              <a:t>Notebook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60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Router Adapter Inference (Router-Only)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Stops after the router. Identifies crop &amp; plant part only.
Does not load a crop adapter. Used for crop/part diagnostics.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9624"/>
            <a:ext cx="11430000" cy="1261872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A825"/>
                </a:solidFill>
              </a:rPr>
              <a:t>Notebook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91363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Interactive Adapter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43984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End-to-end training wrapper. Supports class_root and runtime modes.
Writes local outputs, repo mirror, and Drive telemetry.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02936"/>
            <a:ext cx="11430000" cy="1261872"/>
          </a:xfrm>
          <a:prstGeom prst="rect">
            <a:avLst/>
          </a:prstGeom>
          <a:solidFill>
            <a:srgbClr val="55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6694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A825"/>
                </a:solidFill>
              </a:rPr>
              <a:t>Notebook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26694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Adapter Smoke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97296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Skips the router. Loads one adapter directly.
Used to confirm an exported adapter still works correctly.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Repository Layout &amp; Key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00" cy="4297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src/workflows/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18872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Stable training &amp; inference facades (canonical entrypoints)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5486400" cy="4297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src/training/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18872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Training engine, OOD calibration, session, evaluation, artifacts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18488"/>
            <a:ext cx="5486400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src/pipeline/ + router/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66420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Router-driven inference runtime and VLM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18488"/>
            <a:ext cx="5486400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642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src/ood/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66420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OOD detectors: SURE+, conformal, radial normalization, kNN, energy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93976"/>
            <a:ext cx="5486400" cy="4297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3969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src/adapter/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13969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IndependentCropAdapter — public adapter lifecycle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093976"/>
            <a:ext cx="5486400" cy="4297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13969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src/core/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3969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ConfigurationManager, migrations, config normalization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569464"/>
            <a:ext cx="5486400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1518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src/data/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615184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Dataset loaders for runtime split layout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569464"/>
            <a:ext cx="5486400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61518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src/shared/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615184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Shared typed contracts (InferencePayload, RouterResult, …)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44952"/>
            <a:ext cx="5486400" cy="4297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0906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config/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0906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base.json, colab.json, plant_taxonomy.json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044952"/>
            <a:ext cx="5486400" cy="4297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0906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scripts/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0906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Validation tools, Colab helpers, CLI entrypoints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20440"/>
            <a:ext cx="5486400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56616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colab_notebooks/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35661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Notebooks 0–3 (tracked source)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520440"/>
            <a:ext cx="5486400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56616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tests/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5661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unit/, integration/, colab/ — test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33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146304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7" y="11338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097280"/>
            <a:ext cx="649224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13385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274320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5453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508760"/>
            <a:ext cx="14630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7" y="15453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3.11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508760"/>
            <a:ext cx="64922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154533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Runtime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56815"/>
            <a:ext cx="274320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19933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PyTorch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956815"/>
            <a:ext cx="14630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7" y="19933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2.10.x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1956815"/>
            <a:ext cx="64922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0328" y="1993391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Deep learning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04872"/>
            <a:ext cx="274320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4414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torchvision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404872"/>
            <a:ext cx="14630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7" y="2441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0.25.x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404872"/>
            <a:ext cx="64922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0328" y="244144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Vision utilities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852928"/>
            <a:ext cx="274320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28895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Transformers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852928"/>
            <a:ext cx="14630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7" y="2889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5.1.x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852928"/>
            <a:ext cx="64922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28895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DINOv3 backbone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300984"/>
            <a:ext cx="274320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3337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PEFT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3300984"/>
            <a:ext cx="14630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0127" y="3337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0.18.x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300984"/>
            <a:ext cx="64922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0328" y="33375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LoRA adapter management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749039"/>
            <a:ext cx="274320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378561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Accelerate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3749039"/>
            <a:ext cx="14630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10127" y="37856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1.13.x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49039"/>
            <a:ext cx="64922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10328" y="3785615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Training acceleration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197096"/>
            <a:ext cx="274320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" y="4233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Hugging Face Hub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46120" y="4197096"/>
            <a:ext cx="14630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0127" y="4233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1.4.x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197096"/>
            <a:ext cx="64922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10328" y="42336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Model registry &amp; token handling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645152"/>
            <a:ext cx="274320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9768" y="46817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open-clip-torch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4645152"/>
            <a:ext cx="14630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10127" y="46817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3.2.x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4645152"/>
            <a:ext cx="64922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10328" y="46817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BioCLIP-2.5 embeddings (Notebook 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093208"/>
            <a:ext cx="274320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" y="512978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Ultralytics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46120" y="5093208"/>
            <a:ext cx="14630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10127" y="5129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8.4.x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5093208"/>
            <a:ext cx="64922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10328" y="512978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SAM3 ROI detection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541264"/>
            <a:ext cx="274320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" y="5577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FAISS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5541264"/>
            <a:ext cx="14630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10127" y="5577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optional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6320" y="5541264"/>
            <a:ext cx="64922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10328" y="5577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kNN OOD distance search at scale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989320"/>
            <a:ext cx="274320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9768" y="60258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Google Colab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46120" y="5989320"/>
            <a:ext cx="14630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10127" y="6025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46320" y="5989320"/>
            <a:ext cx="6492240" cy="402336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10328" y="602589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Notebook execution environment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6437375"/>
            <a:ext cx="274320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9768" y="647395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pytest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46120" y="6437375"/>
            <a:ext cx="14630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0127" y="647395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46320" y="6437375"/>
            <a:ext cx="6492240" cy="40233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10328" y="6473951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Unit, integration &amp; smoke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To Get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Quick-Start (Windows PowerShell)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# 1. Create virtual environment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.\scripts\python.cmd -m venv .venv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# 2. Install dependencies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.\scripts\python.cmd -m pip install -r requirements.txt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.\scripts\python.cmd -m pip install -r requirements-dev.txt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# 3. Validate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.\scripts\python.cmd scripts/validate_config_schema.py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pytest tests/unit -q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# 4. Train (runtime dataset already prepared)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.\scripts\python.cmd -m src.app.cli training tomato data\runtime_notebook_datasets outputs\run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# 5. Inference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.\scripts\python.cmd -m src.app.cli inference path\to\image.jpg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Recommended Reading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1. README.md  (this file)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2. docs/README.md  (docs map)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3. docs/user_guide/colab_training_manual.md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4. docs/user_guide/ood_readiness_guide.md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5. docs/architecture/overview.md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Notebook workflow: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• NB 0 → audit flat dataset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• NB 2 → prepare &amp; train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• NB 3 → smoke test exported adapter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  • NB 1 → router-only diagnostics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Final deployment decision: production_readiness.json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>AADS v6 is a plant-disease training &amp; inference system built around one idea: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>train one crop-specific LoRA adapter → evaluate its OOD safety → deploy it.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>The three pillars are: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>  • Continual SD-LoRA training on frozen DINOv3 backbone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>  • Router-driven inference (SAM3 ROI + whole-image crop evidence)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>  • OOD readiness with production_readiness.json as the final verdict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>Notebook 0/2/3 wrap the same canonical workflows — nothing hidden in notebooks.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</a:rPr>
              <a:t>Config, code, tests, and docs are all tracked; generated outputs are local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9A825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5D6A7"/>
                </a:solidFill>
              </a:rPr>
              <a:t>github.com/EfeErim/bitirmeprojesi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