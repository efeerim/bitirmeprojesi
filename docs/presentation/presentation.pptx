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Architecture &amp;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Diagrams exported from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Architecture Detail</a:t>
            </a:r>
          </a:p>
        </p:txBody>
      </p:sp>
      <p:pic>
        <p:nvPicPr>
          <p:cNvPr id="3" name="Picture 2" descr="adapter_architectur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Dinov3 Sd Lora Architecture</a:t>
            </a:r>
          </a:p>
        </p:txBody>
      </p:sp>
      <p:pic>
        <p:nvPicPr>
          <p:cNvPr id="3" name="Picture 2" descr="dinov3_sd_lora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Leakage Safe Preparation</a:t>
            </a:r>
          </a:p>
        </p:txBody>
      </p:sp>
      <p:pic>
        <p:nvPicPr>
          <p:cNvPr id="3" name="Picture 2" descr="leakage_safe_prepa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Ood Vs Oe</a:t>
            </a:r>
          </a:p>
        </p:txBody>
      </p:sp>
      <p:pic>
        <p:nvPicPr>
          <p:cNvPr id="3" name="Picture 2" descr="ood_vs_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Result</a:t>
            </a:r>
          </a:p>
        </p:txBody>
      </p:sp>
      <p:pic>
        <p:nvPicPr>
          <p:cNvPr id="3" name="Picture 2" descr="readiness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Router Guided Inference</a:t>
            </a:r>
          </a:p>
        </p:txBody>
      </p:sp>
      <p:pic>
        <p:nvPicPr>
          <p:cNvPr id="3" name="Picture 2" descr="router_guided_in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Process</a:t>
            </a:r>
          </a:p>
        </p:txBody>
      </p:sp>
      <p:pic>
        <p:nvPicPr>
          <p:cNvPr id="3" name="Picture 2" descr="system_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11277295" cy="63434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